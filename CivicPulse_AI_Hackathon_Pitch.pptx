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CivicPulse AI is a hackathon prototype for turning resident-submitted photos and locations into AI-assisted civic issue tickets. It is designed to help city teams consolidate and triage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problem CivicPulse is designed to address, not as a quantified claim about every city. Fragmented intake, unclear prioritization, and duplicate reports are the workflow pain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intended product loop. The app accepts an image and coordinates, requests analysis, attempts proximity-based duplicate consolidation, and presents tickets in a staff-facing board. AI output is a decision-support signal, not a replacement for human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sequence: open the report screen, select an image and location, submit, then open the command center. Explain that board cards illustrate a workflow; the map and live update behavior are not production-complete. Do not frame sample/fallback tickets as live city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flow: React/Vite submits multipart data to Express. Express forwards the image to FastAPI. The backend attempts to merge matching unresolved reports within 15 meters, otherwise saving a ticket in MongoDB. Socket.IO events are emitted server-side, but the frontend does not currently subscribe.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potential value without inventing measured outcomes. The report consolidation threshold in the prototype is 15 meters for same-label, unresolved tickets. AI scoring is heuristic and requires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evaluation, not existing results: evaluate classification precision/recall on labeled images, measure false merges, measure time to triage, and assess accessibility and trust. Use privacy controls and human review in any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honest status: the current build demonstrates reporting, analysis, ticketing, and a dashboard concept. Civic-specific model validation, secure media handling, real GIS/live updates, staff controls, and genuine repair verification are proposed next steps. Invite judges to support a measured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0DDC1"/>
          </a:solidFill>
          <a:ln w="12700">
            <a:solidFill>
              <a:srgbClr val="30DDC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CIVICPULSE  /  HACKATHON PITCH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509760" y="6510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CIVICPULSE AI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98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B5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98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B5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>
              <a:gd name="adj" fmla="val 142857"/>
            </a:avLst>
          </a:prstGeom>
          <a:solidFill>
            <a:srgbClr val="30DDC1"/>
          </a:solidFill>
          <a:ln w="12700">
            <a:solidFill>
              <a:srgbClr val="30DDC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583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CIVICTECH  •  AI-ASSISTED TRIAGE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13258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CivicPulse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68096" y="338328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street-level photo to a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civic issue ticket.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68096" y="4828032"/>
            <a:ext cx="5029200" cy="566928"/>
          </a:xfrm>
          <a:prstGeom prst="roundRect">
            <a:avLst>
              <a:gd name="adj" fmla="val 16129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49834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  →   ANALYZE   →   CONSOLIDATE   →   TRIAGE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6016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prototype  |  Resident reporting + staff command center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0" y="1005840"/>
            <a:ext cx="2423160" cy="2423160"/>
          </a:xfrm>
          <a:prstGeom prst="ellipse">
            <a:avLst/>
          </a:prstGeom>
          <a:solidFill>
            <a:srgbClr val="30DDC1">
              <a:alpha val="92000"/>
            </a:srgbClr>
          </a:solidFill>
          <a:ln w="12700">
            <a:solidFill>
              <a:srgbClr val="30DDC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1463040"/>
            <a:ext cx="1508760" cy="1508760"/>
          </a:xfrm>
          <a:prstGeom prst="ellipse">
            <a:avLst/>
          </a:prstGeom>
          <a:solidFill>
            <a:srgbClr val="56A3FF">
              <a:alpha val="92000"/>
            </a:srgbClr>
          </a:solidFill>
          <a:ln w="12700">
            <a:solidFill>
              <a:srgbClr val="56A3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82912" y="1901952"/>
            <a:ext cx="640080" cy="640080"/>
          </a:xfrm>
          <a:prstGeom prst="ellipse">
            <a:avLst/>
          </a:prstGeom>
          <a:solidFill>
            <a:srgbClr val="FFAE57">
              <a:alpha val="92000"/>
            </a:srgbClr>
          </a:solidFill>
          <a:ln w="12700">
            <a:solidFill>
              <a:srgbClr val="FFAE57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58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report can become a hard-to-triage queue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Residents see the problem first. City teams need a usable signal: what happened, where, and what needs attention.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5603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560320"/>
            <a:ext cx="50292" cy="1965960"/>
          </a:xfrm>
          <a:prstGeom prst="rect">
            <a:avLst>
              <a:gd name="adj" fmla="val 181818"/>
            </a:avLst>
          </a:prstGeom>
          <a:solidFill>
            <a:srgbClr val="56A3FF"/>
          </a:solidFill>
          <a:ln w="12700">
            <a:solidFill>
              <a:srgbClr val="56A3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71576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reports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127248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Photos, locations, and descriptions can arrive through disconnected channels.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0832" y="25603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560320"/>
            <a:ext cx="50292" cy="1965960"/>
          </a:xfrm>
          <a:prstGeom prst="rect">
            <a:avLst>
              <a:gd name="adj" fmla="val 181818"/>
            </a:avLst>
          </a:prstGeom>
          <a:solidFill>
            <a:srgbClr val="FFAE57"/>
          </a:solidFill>
          <a:ln w="12700">
            <a:solidFill>
              <a:srgbClr val="FFAE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271576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urgency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81144" y="3127248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structured context, teams may struggle to compare and prioritize requests.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5603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560320"/>
            <a:ext cx="50292" cy="1965960"/>
          </a:xfrm>
          <a:prstGeom prst="rect">
            <a:avLst>
              <a:gd name="adj" fmla="val 181818"/>
            </a:avLst>
          </a:prstGeom>
          <a:solidFill>
            <a:srgbClr val="FF6E75"/>
          </a:solidFill>
          <a:ln w="12700">
            <a:solidFill>
              <a:srgbClr val="FF6E7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271576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noise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3127248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Several neighbors may report the same issue, creating repeat work in the queue.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983480"/>
            <a:ext cx="10972800" cy="749808"/>
          </a:xfrm>
          <a:prstGeom prst="roundRect">
            <a:avLst>
              <a:gd name="adj" fmla="val 12195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2303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GOAL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12848" y="5157216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issue reports structured, easier to consolidate, and visible in one workflow.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98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B5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58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workflow connects residents to city operations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CivicPulse turns an image and a location into an AI-assisted ticket that staff can review and track.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2487168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6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95528" y="3355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 adds a photo and location.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36392" y="34015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47288" y="2487168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48456" y="3355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48456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service estimates label, confidence, and priority.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34015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00216" y="2487168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AE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01384" y="3355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01384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Nearby, same-label reports can join an open ticket.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42248" y="34015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53144" y="2487168"/>
            <a:ext cx="2514600" cy="2423160"/>
          </a:xfrm>
          <a:prstGeom prst="roundRect">
            <a:avLst>
              <a:gd name="adj" fmla="val 3774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BE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54312" y="3355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54312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review tickets across a status board.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5266944"/>
            <a:ext cx="10972800" cy="502920"/>
          </a:xfrm>
          <a:prstGeom prst="roundRect">
            <a:avLst>
              <a:gd name="adj" fmla="val 18182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404104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signal — not an autonomous decision. Human review remains central.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98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B5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58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WALKTHROUGH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path from resident report to staff review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4572000" cy="4114800"/>
          </a:xfrm>
          <a:prstGeom prst="roundRect">
            <a:avLst>
              <a:gd name="adj" fmla="val 2222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84248"/>
            <a:ext cx="1600200" cy="301752"/>
          </a:xfrm>
          <a:prstGeom prst="roundRect">
            <a:avLst>
              <a:gd name="adj" fmla="val 30303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208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 REPORT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246888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a street issue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41248" y="297180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2186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  ·  issue.jpg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5753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preview + upload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4462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" y="4754880"/>
            <a:ext cx="4069080" cy="438912"/>
          </a:xfrm>
          <a:prstGeom prst="roundRect">
            <a:avLst>
              <a:gd name="adj" fmla="val 20833"/>
            </a:avLst>
          </a:prstGeom>
          <a:solidFill>
            <a:srgbClr val="1F354B"/>
          </a:solidFill>
          <a:ln w="12700">
            <a:solidFill>
              <a:srgbClr val="1F35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88289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Latitude / longitude  ·  browser location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1737360"/>
            <a:ext cx="6080760" cy="4114800"/>
          </a:xfrm>
          <a:prstGeom prst="roundRect">
            <a:avLst>
              <a:gd name="adj" fmla="val 2222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42432" y="1984248"/>
            <a:ext cx="1645920" cy="301752"/>
          </a:xfrm>
          <a:prstGeom prst="roundRect">
            <a:avLst>
              <a:gd name="adj" fmla="val 30303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2020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CENTER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42432" y="246888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queue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742432" y="2971800"/>
            <a:ext cx="1645920" cy="2103120"/>
          </a:xfrm>
          <a:prstGeom prst="roundRect">
            <a:avLst>
              <a:gd name="adj" fmla="val 5556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136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852160" y="3566160"/>
            <a:ext cx="1426464" cy="1069848"/>
          </a:xfrm>
          <a:prstGeom prst="roundRect">
            <a:avLst>
              <a:gd name="adj" fmla="val 8547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2744" y="37673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Pothole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52744" y="41330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87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9520" y="2971800"/>
            <a:ext cx="1645920" cy="2103120"/>
          </a:xfrm>
          <a:prstGeom prst="roundRect">
            <a:avLst>
              <a:gd name="adj" fmla="val 5556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99248" y="3136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AE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699248" y="3566160"/>
            <a:ext cx="1426464" cy="1069848"/>
          </a:xfrm>
          <a:prstGeom prst="roundRect">
            <a:avLst>
              <a:gd name="adj" fmla="val 8547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99832" y="37673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Garbage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99832" y="41330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56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436608" y="2971800"/>
            <a:ext cx="1645920" cy="2103120"/>
          </a:xfrm>
          <a:prstGeom prst="roundRect">
            <a:avLst>
              <a:gd name="adj" fmla="val 5556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46336" y="3136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546336" y="3566160"/>
            <a:ext cx="1426464" cy="1069848"/>
          </a:xfrm>
          <a:prstGeom prst="roundRect">
            <a:avLst>
              <a:gd name="adj" fmla="val 8547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37673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Streetlight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46920" y="41330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31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42432" y="5257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caveat: map and live-update elements are not yet wired to actual ticket data.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98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B5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58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THE HOOD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three-service pipeline powers the prototype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154680" cy="2331720"/>
          </a:xfrm>
          <a:prstGeom prst="roundRect">
            <a:avLst>
              <a:gd name="adj" fmla="val 3922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6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35608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35608" y="294436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 form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center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interface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41064" y="303580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453128" y="2148840"/>
            <a:ext cx="3154680" cy="2331720"/>
          </a:xfrm>
          <a:prstGeom prst="roundRect">
            <a:avLst>
              <a:gd name="adj" fmla="val 3922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02936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02936" y="294436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routes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Multipart upload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+ Socket.IO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08392" y="303580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8220456" y="2148840"/>
            <a:ext cx="3154680" cy="2331720"/>
          </a:xfrm>
          <a:prstGeom prst="roundRect">
            <a:avLst>
              <a:gd name="adj" fmla="val 3922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991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AE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970264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VISION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70264" y="294436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 inference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 priority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metadata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892040"/>
            <a:ext cx="10698480" cy="795528"/>
          </a:xfrm>
          <a:prstGeom prst="roundRect">
            <a:avLst>
              <a:gd name="adj" fmla="val 11494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57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27632" y="5093208"/>
            <a:ext cx="9372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 + coordinates → vision analysis → proximity check → MongoDB ticket → dashboard fetch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98932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Stack: React · Node.js / Express · Python FastAPI · YOLO · MongoDB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98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B5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58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IT USEFUL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reduce friction in civic issue triage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828800"/>
            <a:ext cx="5303520" cy="1353312"/>
          </a:xfrm>
          <a:prstGeom prst="roundRect">
            <a:avLst>
              <a:gd name="adj" fmla="val 6757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28800"/>
            <a:ext cx="50292" cy="1353312"/>
          </a:xfrm>
          <a:prstGeom prst="rect">
            <a:avLst>
              <a:gd name="adj" fmla="val 181818"/>
            </a:avLst>
          </a:prstGeom>
          <a:solidFill>
            <a:srgbClr val="56A3FF"/>
          </a:solidFill>
          <a:ln w="12700">
            <a:solidFill>
              <a:srgbClr val="56A3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984248"/>
            <a:ext cx="4892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reports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" y="2395728"/>
            <a:ext cx="4892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image plus coordinates creates a more actionable starting point than an unstructured message.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03520" cy="1353312"/>
          </a:xfrm>
          <a:prstGeom prst="roundRect">
            <a:avLst>
              <a:gd name="adj" fmla="val 6757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828800"/>
            <a:ext cx="50292" cy="1353312"/>
          </a:xfrm>
          <a:prstGeom prst="rect">
            <a:avLst>
              <a:gd name="adj" fmla="val 181818"/>
            </a:avLst>
          </a:prstGeom>
          <a:solidFill>
            <a:srgbClr val="30DDC1"/>
          </a:solidFill>
          <a:ln w="12700">
            <a:solidFill>
              <a:srgbClr val="30DDC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984248"/>
            <a:ext cx="4892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prioritization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8232" y="2395728"/>
            <a:ext cx="4892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heuristic score and severity estimate can help staff review the queue; staff remain decision-makers.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3502152"/>
            <a:ext cx="5303520" cy="1353312"/>
          </a:xfrm>
          <a:prstGeom prst="roundRect">
            <a:avLst>
              <a:gd name="adj" fmla="val 6757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3502152"/>
            <a:ext cx="50292" cy="1353312"/>
          </a:xfrm>
          <a:prstGeom prst="rect">
            <a:avLst>
              <a:gd name="adj" fmla="val 181818"/>
            </a:avLst>
          </a:prstGeom>
          <a:solidFill>
            <a:srgbClr val="FFAE57"/>
          </a:solidFill>
          <a:ln w="12700">
            <a:solidFill>
              <a:srgbClr val="FFAE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3657600"/>
            <a:ext cx="4892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Nearby report consolidation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" y="4069080"/>
            <a:ext cx="4892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Same-label reports within 15 m are designed to merge into an open ticket.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502152"/>
            <a:ext cx="5303520" cy="1353312"/>
          </a:xfrm>
          <a:prstGeom prst="roundRect">
            <a:avLst>
              <a:gd name="adj" fmla="val 6757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502152"/>
            <a:ext cx="50292" cy="1353312"/>
          </a:xfrm>
          <a:prstGeom prst="rect">
            <a:avLst>
              <a:gd name="adj" fmla="val 181818"/>
            </a:avLst>
          </a:prstGeom>
          <a:solidFill>
            <a:srgbClr val="6BE1A0"/>
          </a:solidFill>
          <a:ln w="12700">
            <a:solidFill>
              <a:srgbClr val="6BE1A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3657600"/>
            <a:ext cx="4892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ticket workflow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28232" y="4069080"/>
            <a:ext cx="4892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status board gives the prototype a common place to review incoming issues.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" y="5257800"/>
            <a:ext cx="10899648" cy="530352"/>
          </a:xfrm>
          <a:prstGeom prst="roundRect">
            <a:avLst>
              <a:gd name="adj" fmla="val 17241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413248"/>
            <a:ext cx="10378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impact or model-accuracy numbers are claimed; those require a real-world pilot and evaluation.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98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B5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58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&amp; 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whether the workflow helps — before scaling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166420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proof point is not a bigger claim. It is a small, measurable pilot with human review.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2487168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487168"/>
            <a:ext cx="2514600" cy="64008"/>
          </a:xfrm>
          <a:prstGeom prst="rect">
            <a:avLst>
              <a:gd name="adj" fmla="val 142857"/>
            </a:avLst>
          </a:prstGeom>
          <a:solidFill>
            <a:srgbClr val="56A3FF"/>
          </a:solidFill>
          <a:ln w="12700">
            <a:solidFill>
              <a:srgbClr val="56A3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7614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6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QUALITY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316382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/ recall by issue 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11296" y="2487168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2487168"/>
            <a:ext cx="2514600" cy="64008"/>
          </a:xfrm>
          <a:prstGeom prst="rect">
            <a:avLst>
              <a:gd name="adj" fmla="val 142857"/>
            </a:avLst>
          </a:prstGeom>
          <a:solidFill>
            <a:srgbClr val="30DDC1"/>
          </a:solidFill>
          <a:ln w="12700">
            <a:solidFill>
              <a:srgbClr val="30DDC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27614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HANDLING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94176" y="316382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merges vs. false merges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64224" y="2487168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2487168"/>
            <a:ext cx="2514600" cy="64008"/>
          </a:xfrm>
          <a:prstGeom prst="rect">
            <a:avLst>
              <a:gd name="adj" fmla="val 142857"/>
            </a:avLst>
          </a:prstGeom>
          <a:solidFill>
            <a:srgbClr val="FFAE57"/>
          </a:solidFill>
          <a:ln w="12700">
            <a:solidFill>
              <a:srgbClr val="FFAE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7614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AE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47104" y="316382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from report to triage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17152" y="2487168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17152" y="2487168"/>
            <a:ext cx="2514600" cy="64008"/>
          </a:xfrm>
          <a:prstGeom prst="rect">
            <a:avLst>
              <a:gd name="adj" fmla="val 142857"/>
            </a:avLst>
          </a:prstGeom>
          <a:solidFill>
            <a:srgbClr val="6BE1A0"/>
          </a:solidFill>
          <a:ln w="12700">
            <a:solidFill>
              <a:srgbClr val="6BE1A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0032" y="27614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E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&amp; ACCESS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400032" y="316382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Completion, privacy, accessibility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guardrails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4944" y="4892040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30DDC1"/>
          </a:solidFill>
          <a:ln w="12700">
            <a:solidFill>
              <a:srgbClr val="30DDC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837176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for AI suggestions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" y="5202936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30DDC1"/>
          </a:solidFill>
          <a:ln w="12700">
            <a:solidFill>
              <a:srgbClr val="30DDC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5148072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 and secure handling of location/photos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" y="5513832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30DDC1"/>
          </a:solidFill>
          <a:ln w="12700">
            <a:solidFill>
              <a:srgbClr val="30DDC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545896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uncertainty and an auditable status history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98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B5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583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&amp; CLOSE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credible next step: make the prototype dependable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960120" cy="301752"/>
          </a:xfrm>
          <a:prstGeom prst="roundRect">
            <a:avLst>
              <a:gd name="adj" fmla="val 30303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196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965960" y="1815084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reporting → analysis → ticket concept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2542032"/>
            <a:ext cx="960120" cy="301752"/>
          </a:xfrm>
          <a:prstGeom prst="roundRect">
            <a:avLst>
              <a:gd name="adj" fmla="val 30303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578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6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65960" y="2574036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Civic-specific classification, category mapping, real map + live updates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3300984"/>
            <a:ext cx="960120" cy="301752"/>
          </a:xfrm>
          <a:prstGeom prst="roundRect">
            <a:avLst>
              <a:gd name="adj" fmla="val 30303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3375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AE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65960" y="333298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photo storage, staff assignment, genuine before/after verification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4059936"/>
            <a:ext cx="960120" cy="301752"/>
          </a:xfrm>
          <a:prstGeom prst="roundRect">
            <a:avLst>
              <a:gd name="adj" fmla="val 30303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0965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E1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65960" y="409194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quality, duplicate reduction, triage time, and resident trust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10835640" cy="713232"/>
          </a:xfrm>
          <a:prstGeom prst="roundRect">
            <a:avLst>
              <a:gd name="adj" fmla="val 12821"/>
            </a:avLst>
          </a:prstGeom>
          <a:solidFill>
            <a:srgbClr val="182B40"/>
          </a:solidFill>
          <a:ln w="12700">
            <a:solidFill>
              <a:srgbClr val="182B4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458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0DD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CivicPulse AI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127248" y="548640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1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communities turn local signals into clearer action.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61447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1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today. Evidence-led civic operations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098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1B5C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CivicPulse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CivicPulse AI — Hackathon Pitch</dc:title>
  <dc:subject>Hackathon pitch deck</dc:subject>
  <dc:creator>CivicPulse AI</dc:creator>
  <cp:lastModifiedBy>CivicPulse AI</cp:lastModifiedBy>
  <cp:revision>1</cp:revision>
  <dcterms:created xsi:type="dcterms:W3CDTF">2026-10-29T10:25:44Z</dcterms:created>
  <dcterms:modified xsi:type="dcterms:W3CDTF">2026-10-29T10:25:44Z</dcterms:modified>
</cp:coreProperties>
</file>